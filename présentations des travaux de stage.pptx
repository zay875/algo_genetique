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CEA32DF-364E-44AB-A98D-8D3DDBC171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2A7CC63-FF74-4C6F-9897-176BBC97AE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0EFFB37-BAAB-4F46-9AE3-F9C522865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3F394-305E-460D-845D-BEF652A221A2}" type="datetimeFigureOut">
              <a:rPr lang="fr-FR" smtClean="0"/>
              <a:t>12/12/2025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4F68E96-217C-43D2-BB0C-5D5B4F55D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7ED5736-FBBD-48E1-84A3-2271579ED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DB67B-0EB2-4D1A-85C1-78CD2D01DF8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51959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10F0739-F451-4BCA-A008-EAC0E072B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A9C3555-C5E5-4BF6-A5C1-CD1085E46D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92EB3BE-2DC1-48FB-9812-260416E5A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3F394-305E-460D-845D-BEF652A221A2}" type="datetimeFigureOut">
              <a:rPr lang="fr-FR" smtClean="0"/>
              <a:t>12/12/2025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7E99C15-F82B-45AE-B4CB-F537CC8B7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48B3A1D-9405-4148-A0CE-4D4A86BD3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DB67B-0EB2-4D1A-85C1-78CD2D01DF8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998215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B305F0F-768A-4336-8176-2B53B61AE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623BFE3-1709-44D4-BDF0-CA3C47760E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100CB3E-40E3-46B4-9292-2E6F4019D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3F394-305E-460D-845D-BEF652A221A2}" type="datetimeFigureOut">
              <a:rPr lang="fr-FR" smtClean="0"/>
              <a:t>12/12/2025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90753C4-4189-48B4-94CD-E3B00C3C7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502CAE4-F59E-4DB8-9426-95D402FD0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DB67B-0EB2-4D1A-85C1-78CD2D01DF8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3618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446309B-91E4-4D61-96F1-13FF08A1F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7FE4AC0-E2CD-416D-ADC7-CFB60BD6D1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85FE8F6-F90A-403E-919A-21CCB47917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E24D0E7-0590-41D2-9F52-FBDAA846B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3F394-305E-460D-845D-BEF652A221A2}" type="datetimeFigureOut">
              <a:rPr lang="fr-FR" smtClean="0"/>
              <a:t>12/12/2025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C1B7207-5D02-4334-A088-CF6CA90E4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9FE7DC4-1774-4ACC-B1F4-9305466E1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DB67B-0EB2-4D1A-85C1-78CD2D01DF8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373799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E29B03C-CCBD-4BC8-89A4-AF54DB647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375EE25-99A1-452E-8A81-BF28F351C7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B7ABF20-D2EB-435D-9B76-A65E83120B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0A665A0-50DC-4DD8-A7A1-0C28A5C5A8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2B7700E9-B9F4-4C37-AFBF-96D60DCD63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8DC69EB9-0839-43BC-A2F6-4AA5546DC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3F394-305E-460D-845D-BEF652A221A2}" type="datetimeFigureOut">
              <a:rPr lang="fr-FR" smtClean="0"/>
              <a:t>12/12/2025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F9D1BFDE-2E60-43B4-998E-561BB35D2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B7E8FD0B-9622-403A-B7CE-2272424EC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DB67B-0EB2-4D1A-85C1-78CD2D01DF8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908831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3997FE-2405-4E9B-BB1D-CB4CFD918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06E84444-832D-4E84-A496-32DB22666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3F394-305E-460D-845D-BEF652A221A2}" type="datetimeFigureOut">
              <a:rPr lang="fr-FR" smtClean="0"/>
              <a:t>12/12/2025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B96A682-5139-4BE4-B065-3CE771CD2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7D8E906-17B1-46D5-A88B-DA5A5EF48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DB67B-0EB2-4D1A-85C1-78CD2D01DF8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81186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A0CB3CA2-C7F5-47E8-9330-559ABF452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3F394-305E-460D-845D-BEF652A221A2}" type="datetimeFigureOut">
              <a:rPr lang="fr-FR" smtClean="0"/>
              <a:t>12/12/2025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DD307DE-7D59-434E-8FE8-1BC5C04CF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5F0DEE7-CDC0-4AC2-89CD-D31C5C579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DB67B-0EB2-4D1A-85C1-78CD2D01DF8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014062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C8CCDE7-BA0A-49E3-9AFC-C44096F5F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C8295E2-D297-437C-A0AA-2D0C66EE25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ADF83D7-B618-4E5F-A1DD-79695CD0A5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5B16EB6-E753-4806-9E60-903918CD1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3F394-305E-460D-845D-BEF652A221A2}" type="datetimeFigureOut">
              <a:rPr lang="fr-FR" smtClean="0"/>
              <a:t>12/12/2025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75FD1A1-9259-44B5-8AB6-3B50BEFE7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4D19671-C605-495E-820E-805EB5E02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DB67B-0EB2-4D1A-85C1-78CD2D01DF8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408000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D9C1442-4664-437C-91DC-8739F4327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A2077AC1-C1A3-4BE4-AD4D-E1990FA9E0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643FB18-75E3-4B0B-B0FC-1119CCC219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EA3BFC6-0453-4383-82E1-B04E31C66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3F394-305E-460D-845D-BEF652A221A2}" type="datetimeFigureOut">
              <a:rPr lang="fr-FR" smtClean="0"/>
              <a:t>12/12/2025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B63005D-A8F9-4F82-BB7D-EEF300D91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2301B2C-8ABE-4B39-99AC-C58C11C12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DB67B-0EB2-4D1A-85C1-78CD2D01DF8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998336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4EF9FF7-D985-4BA4-9B0D-ECF3277E4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FF8ED6F-4EF0-4E49-92EE-B71A6CFE69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E1C8AB1-009F-4104-8A07-38DF661E9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3F394-305E-460D-845D-BEF652A221A2}" type="datetimeFigureOut">
              <a:rPr lang="fr-FR" smtClean="0"/>
              <a:t>12/12/2025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8099B75-8E78-4687-83C9-E04889536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63E72FD-CDE9-4E94-9929-F84E89E8B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DB67B-0EB2-4D1A-85C1-78CD2D01DF8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49941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0ACF7A0-A52D-459F-8A31-E8901B323E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B767041-FEBB-4546-BB40-0B839D7A5F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4780363-6CC0-4418-AB03-FDA576C63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3F394-305E-460D-845D-BEF652A221A2}" type="datetimeFigureOut">
              <a:rPr lang="fr-FR" smtClean="0"/>
              <a:t>12/12/2025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F51981E-0B35-426A-80F8-AF136AA46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6F1336F-3B55-444C-A457-9C3B6F55C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DB67B-0EB2-4D1A-85C1-78CD2D01DF8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91362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757EBE3C-60B3-493B-BA3F-07E6D8C1B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3832022-47F4-4826-9124-2F6A6AF3DB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4CE5271-79E7-4E45-B6D1-90FC8C79E3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33F394-305E-460D-845D-BEF652A221A2}" type="datetimeFigureOut">
              <a:rPr lang="fr-FR" smtClean="0"/>
              <a:t>12/12/2025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BFEC83B-0476-4B88-9FC4-AFCEB3A48E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5F1C940-39C5-4FBE-884B-09C4300603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FDB67B-0EB2-4D1A-85C1-78CD2D01DF8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70457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1D57F8-3E14-4619-A2FD-D704A37704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6780896-6D66-4480-A6D9-F622881AE2C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352226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Grand écran</PresentationFormat>
  <Paragraphs>0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Thème Office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Taieb</dc:creator>
  <cp:lastModifiedBy>Taieb</cp:lastModifiedBy>
  <cp:revision>2</cp:revision>
  <dcterms:created xsi:type="dcterms:W3CDTF">2025-12-12T14:02:44Z</dcterms:created>
  <dcterms:modified xsi:type="dcterms:W3CDTF">2025-12-12T14:03:34Z</dcterms:modified>
</cp:coreProperties>
</file>